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37160" cy="2286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eiryo"/>
              </a:rPr>
              <a:t>食品包装業界　情勢レポート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D7EE"/>
                </a:solidFill>
                <a:latin typeface="Meiryo"/>
              </a:rPr>
              <a:t>ホルムズ海峡封鎖・中東情勢　商品群別影響分析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200400" cy="5029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　2026-04-21　発行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7EE"/>
                </a:solidFill>
                <a:latin typeface="Meiryo"/>
              </a:rPr>
              <a:t>収集期間：2026-04-14〜2026-04-21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高橋将史商会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5303520"/>
            <a:ext cx="228600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5486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収集期間：2026-04-14〜2026-04-21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11612880" cy="10972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原油（ブレント）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$120/bbl（+46%）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ナフサ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CIF Japan +45%（LR2運賃倍増）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円ドル為替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¥155/USD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ホルムズ状況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実質封鎖中（2026年4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eiryo"/>
              </a:rPr>
              <a:t>■ 今週の重要ポイント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70632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ブレント原油が$120/bbl突破（2月末比+46%）。IEAは史上最大規模の供給障害と認定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37560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644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ナフサ供給量が世界で24%減少。PE/PP/PS価格が2月末比+35〜45%で高騰中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04488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313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ニトリル手袋原料ブタジエン+70%急騰。マレーシア主要メーカーWRPが生産縮小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471416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9826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LR2タンカー運賃が2倍増（米国湾岸→日本：$9.6M）。輸送コスト大幅上昇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38344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651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日本の原油中東依存94%・ホルムズ経由9割。国内ナフサのGW前確保が不透明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05272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PE/PP樹脂スポット価格：$0.60〜$0.70/lb（年初比+100%超）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中東・ホルムズ海峡　現状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CE4D6"/>
                </a:solidFill>
                <a:latin typeface="Meiryo"/>
              </a:rPr>
              <a:t>As of 2026-04-21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02920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⚠ 実質封鎖中（2026年4月18日現在）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65960"/>
            <a:ext cx="3657600" cy="10058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原油（ブレント）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$120/bbl（+46%）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65960"/>
            <a:ext cx="3657600" cy="10058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ナフサ価格（CIF Japan）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CIF Japan +45%（LR2運賃倍増）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965960"/>
            <a:ext cx="3657600" cy="10058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円ドル為替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¥155/USD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154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eiryo"/>
              </a:rPr>
              <a:t>■ 食品包装業界への主要影響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6118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・石油系樹脂（PE/PP/PS/NBR）の原料ナフサ供給が最大24%減少。価格は2月末比+35〜45%で推移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0624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・ニトリル手袋の原料（ブタジエン）価格が+70%急騰。マレーシア主要メーカーが生産縮小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006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・海上運賃（LR2タンカー）が倍増し、アジア向けナフサ輸送コストが大幅上昇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3949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・日本の原油中東依存度94%・ホルムズ経由9割のため、エネルギー集約型製品全般に波及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商品群別　影響度マトリクス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全7商品群の緊急度・価格影響・供給リスク一覧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097280"/>
            <a:ext cx="16459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97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商品群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097280"/>
            <a:ext cx="7315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097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緊急度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097280"/>
            <a:ext cx="8229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10972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石油
依存度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09728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原材料価格
影響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097280"/>
            <a:ext cx="13716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供給
リスク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097280"/>
            <a:ext cx="10972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097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推奨在庫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1097280"/>
            <a:ext cx="41148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主要アクション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600200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1645920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段ボール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600200"/>
            <a:ext cx="73152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1645920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75623"/>
                </a:solidFill>
                <a:latin typeface="Meiryo"/>
              </a:rPr>
              <a:t>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1600200"/>
            <a:ext cx="82296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1645920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1600200"/>
            <a:ext cx="201168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1645920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+5〜10%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40" y="1600200"/>
            <a:ext cx="137160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1645920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1600200"/>
            <a:ext cx="109728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64592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1〜2ヶ月分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1600200"/>
            <a:ext cx="411480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1645920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燃料サーチャージ分の価格転嫁交渉を5月中に実施。国内仕入先との長期契約を検討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2212848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2258568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発泡スチロール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2212848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2258568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2212848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0" y="225856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2212848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+40〜50%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2212848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0" y="2258568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2212848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2258568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212848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2258568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今週中に主要仕入先と緊急在庫確保交渉。3ヶ月以上の在庫目標。北米代替ルートを調査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" y="2825496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" y="2871216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食品トレー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83080" y="2825496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0" y="2871216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2825496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2871216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2825496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0" y="2871216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+40〜50%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2825496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0" y="2871216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20840" y="2825496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0" y="2871216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18120" y="2825496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3840" y="2871216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エフピコ等主要仕入先と在庫確保を優先交渉。紙・バガス代替品のサンプル提供を開始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" y="3438144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3483864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ボードン袋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83080" y="3438144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0" y="3483864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14600" y="3438144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0" y="3483864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37560" y="3438144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83280" y="3483864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+38〜45%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49240" y="3438144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94960" y="3483864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20840" y="3438144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0" y="3483864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18120" y="3438144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40" y="3483864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北米産PE樹脂メーカーへの緊急見積もり依頼。韓国・台湾代替品を並行調査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" y="4050791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" y="4096511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ストレッチフィルム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83080" y="4050791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28800" y="4096511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14600" y="4050791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0" y="4096511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37560" y="4050791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383280" y="4096511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+38〜45%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49240" y="4050791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60" y="4096511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20840" y="4050791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0" y="4096511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18120" y="4050791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0" y="4096511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北米産LLDPEサプライヤーとの長期契約交渉を優先。Dow・ExxonMobil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" y="4663440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" y="4709160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ニトリル手袋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83080" y="4663440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0" y="4709160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14600" y="4663440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60320" y="4709160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非常に高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37560" y="4663440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83280" y="4709160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+45〜55%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49240" y="4663440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94960" y="4709160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非常に高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720840" y="4663440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66560" y="470916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4ヶ月以上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18120" y="4663440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863840" y="4709160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今週中にTop Glove・Hartalega等複数サプライヤーへ緊急在庫確保依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7160" y="5276088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2880" y="5321808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プラスチックコンテナー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83080" y="5276088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828800" y="5321808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14600" y="5276088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560320" y="532180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37560" y="5276088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83280" y="532180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+40〜50%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349240" y="5276088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94960" y="5321808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720840" y="5276088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66560" y="5321808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818120" y="5276088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863840" y="5321808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北米産PP・HDPEサプライヤーへ緊急見積依頼。国内メーカーとの長期供給契約交渉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緊急度「高」商品　詳細分析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CE4D6"/>
                </a:solidFill>
                <a:latin typeface="Meiryo"/>
              </a:rPr>
              <a:t>即時対応が必要な商品群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発泡スチロール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270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スチレンモノマー→ベンゼン→ナフサ依存。ナフサ+45%のため大幅上昇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70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+40〜50%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270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深刻。原料ナフサの中東依存度が極めて高く供給逼迫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270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北米産スチレンモノマーへの代替調達を緊急検討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270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今週中に主要仕入先と緊急在庫確保交渉。3ヶ月以上の在庫目標。北米代替ル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270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化学工業日報、Plastics News、東洋経済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4528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4528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528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食品トレー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672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366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PS・PP樹脂ともにナフサ連動で+35〜45%急騰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672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366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+40〜50%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672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9366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深刻。PS・PP樹脂の原料調達が逼迫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672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9366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紙製・バガス製トレーへの代替を顧客と協議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672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366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エフピコ等主要仕入先と在庫確保を優先交渉。紙・バガス代替品のサンプル提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672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366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化学工業日報、Packaging Dive、Food Navigato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624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1624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624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ボードン袋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768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6462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PE樹脂（LDPE/LLDPE）がナフサ連動で+37%急騰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768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462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+38〜45%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768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6462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深刻。中東産PE樹脂の供給が大幅に制限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768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北米産LDPEへの代替調達を検討。韓国・台湾製も選択肢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768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6462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北米産PE樹脂メーカーへの緊急見積もり依頼。韓国・台湾代替品を並行調査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768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6462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Plastics News、Plastics Today、METI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推奨アクション（優先順位付き）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経営判断・社員対応・取引先対応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1143000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14300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発泡スチロール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14300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今週中に主要仕入先と緊急在庫確保交渉。3ヶ月以上の在庫目標。北米代替ルートを調査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73352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67335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673352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167335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食品トレー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673352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エフピコ等主要仕入先と在庫確保を優先交渉。紙・バガス代替品のサンプル提供を開始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03704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20370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2203704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220370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ボードン袋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203704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北米産PE樹脂メーカーへの緊急見積もり依頼。韓国・台湾代替品を並行調査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34056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73405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2734056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273405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ストレッチフィルム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734056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北米産LLDPEサプライヤーとの長期契約交渉を優先。Dow・ExxonMobilへ見積依頼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64408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26440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3264408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326440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ニトリル手袋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3264408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今週中にTop Glove・Hartalega等複数サプライヤーへ緊急在庫確保依頼。タイ・ベトナム代替品を至急調査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94760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7947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17320" y="3794760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379476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プラスチックコンテナー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379476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北米産PP・HDPEサプライヤーへ緊急見積依頼。国内メーカーとの長期供給契約交渉を開始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325112"/>
            <a:ext cx="1097280" cy="47548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32511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75623"/>
                </a:solidFill>
                <a:latin typeface="Meiryo"/>
              </a:rPr>
              <a:t>【通常】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7320" y="4325112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7320" y="432511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段ボール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325112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燃料サーチャージ分の価格転嫁交渉を5月中に実施。国内仕入先との長期契約を検討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4E79"/>
                </a:solidFill>
                <a:latin typeface="Meiryo"/>
              </a:rPr>
              <a:t>※ 上記アクションは収集時点の情報に基づきます。最新情報を確認の上、経営判断を行ってください。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次回レポート予定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第1回
2026年04月22日（水）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第2回
2026年04月24日（金）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第3回
2026年04月27日（月）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  <a:latin typeface="Meiryo"/>
              </a:rPr>
              <a:t>収集コマンド：Claude Code で  /週次レポート  と入力してください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9875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"/>
              </a:rPr>
              <a:t>本レポートに関するお問い合わせ
高橋将史商会　〒XXXXX　
TEL: 0XX-XXXX-XXXX　Email: info@takahashi-hc.co.jp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DD7EE"/>
                </a:solidFill>
                <a:latin typeface="Meiryo"/>
              </a:rPr>
              <a:t>高橋将史商会　食品業界向け包装資材　卸売業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