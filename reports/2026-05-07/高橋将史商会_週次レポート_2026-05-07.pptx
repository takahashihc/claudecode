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37160" cy="2286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eiryo"/>
              </a:rPr>
              <a:t>食品包装業界　情勢レポート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D7EE"/>
                </a:solidFill>
                <a:latin typeface="Meiryo"/>
              </a:rPr>
              <a:t>ホルムズ海峡封鎖・中東情勢　商品群別影響分析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3200400" cy="5029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　2026-05-07　発行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DD7EE"/>
                </a:solidFill>
                <a:latin typeface="Meiryo"/>
              </a:rPr>
              <a:t>収集期間：2026-05-01〜2026-05-07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高橋将史商会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5303520"/>
            <a:ext cx="228600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5486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エグゼクティブサマリー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Meiryo"/>
              </a:rPr>
              <a:t>収集期間：2026-05-01〜2026-05-07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2026-05-07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11612880" cy="109728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原油（ブレント）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$108/bbl（前週比▼$17、ただし通常比+32%高水準）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ナフサ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CIF Japan 4月基準67,695円/KL、4〜6月期に11万円超見込み（前期比+48%）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円ドル為替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¥155〜156/USD（日銀介入後）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55A11"/>
                </a:solidFill>
                <a:latin typeface="Meiryo"/>
              </a:rPr>
              <a:t>ホルムズ状況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4630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eiryo"/>
              </a:rPr>
              <a:t>実質封鎖継続（1日通航7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eiryo"/>
              </a:rPr>
              <a:t>■ 今週の重要ポイント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70632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ブレント原油$108/bbl（4月末比▼$17、ただし通常比+32%高水準継続）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37560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644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ホルムズ海峡実質封鎖継続：1日通航7隻（通常125〜140隻）、短期解決困難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04488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3133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ナフサCIF Japan 4月基準67,695円/KL、4〜6月期に11万円超見込み（前年比+48%継続）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471416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9826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PE・PP・PS樹脂：旭化成がPE全製品+120円/kg値上げ実施、5月下旬以降30%超値上げ見込み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38344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651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ニトリル手袋：単価1.5倍、5〜8月に本格高騰顕現化、マレーシア生産85%が北米向け転換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605272"/>
            <a:ext cx="73152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532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eiryo"/>
              </a:rPr>
              <a:t>円ドル：¥155〜156/USD（日銀が4月30日に円買い介入実施、一時的円高も方向感不鮮明）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中東・ホルムズ海峡　現状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CE4D6"/>
                </a:solidFill>
                <a:latin typeface="Meiryo"/>
              </a:rPr>
              <a:t>As of 2026-05-07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2026-05-07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02920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⚠ 実質封鎖継続（1日通航7隻、通常の約5%）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65960"/>
            <a:ext cx="3657600" cy="100584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Meiryo"/>
              </a:rPr>
              <a:t>原油（ブレント）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$108/bbl（前週比▼$17、ただし通常比+32%高水準）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965960"/>
            <a:ext cx="3657600" cy="100584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Meiryo"/>
              </a:rPr>
              <a:t>ナフサ価格（CIF Japan）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CIF Japan 4月基準67,695円/KL、4〜6月期に11万円超見込み（前期比+48%）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965960"/>
            <a:ext cx="3657600" cy="10058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Meiryo"/>
              </a:rPr>
              <a:t>円ドル為替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77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Meiryo"/>
              </a:rPr>
              <a:t>¥155〜156/USD（日銀介入後）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1546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Meiryo"/>
              </a:rPr>
              <a:t>■ 食品包装業界への主要影響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6118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・石油系樹脂（PE/PP/PS/NBR）の原料ナフサ供給が最大24%減少。価格は2月末比+35〜45%で推移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0624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・ニトリル手袋の原料（ブタジエン）価格が+70%急騰。マレーシア主要メーカーが生産縮小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80060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・海上運賃（LR2タンカー）が倍増し、アジア向けナフサ輸送コストが大幅上昇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3949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・日本の原油中東依存度94%・ホルムズ経由9割のため、エネルギー集約型製品全般に波及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商品群別　影響度マトリクス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Meiryo"/>
              </a:rPr>
              <a:t>全7商品群の緊急度・価格影響・供給リスク一覧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2026-05-07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097280"/>
            <a:ext cx="16459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1097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商品群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1097280"/>
            <a:ext cx="7315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1097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緊急度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1097280"/>
            <a:ext cx="82296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10972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石油
依存度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09728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097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原材料価格
影響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1097280"/>
            <a:ext cx="13716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097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供給
リスク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1097280"/>
            <a:ext cx="10972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097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推奨在庫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1097280"/>
            <a:ext cx="41148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主要アクション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600200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1645920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段ボール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1600200"/>
            <a:ext cx="73152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1645920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75623"/>
                </a:solidFill>
                <a:latin typeface="Meiryo"/>
              </a:rPr>
              <a:t>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1600200"/>
            <a:ext cx="82296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1645920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1600200"/>
            <a:ext cx="201168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1645920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+8〜10%（燃料・輸送費込み）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9240" y="1600200"/>
            <a:ext cx="137160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1645920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1600200"/>
            <a:ext cx="109728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1645920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1〜2ヶ月分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1600200"/>
            <a:ext cx="411480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1645920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5月末までに主要顧客への価格改定通知を完了。複数サプライヤーとの在庫確保契約を締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" y="2212848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2258568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発泡スチロール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83080" y="2212848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2258568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2212848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0" y="2258568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2212848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225856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+40〜50%（原料高+為替影響+運賃合算）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2212848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0" y="2258568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20840" y="2212848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2258568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2212848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2258568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【緊急】今週中にPSジャパン・東洋スチレンに4〜6月分の発注量を確定。在庫を6週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160" y="2825496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2880" y="2871216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食品トレー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83080" y="2825496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0" y="2871216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4600" y="2825496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0" y="2871216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2825496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83280" y="2871216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+35〜45%（原料高+運賃+為替）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9240" y="2825496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0" y="2871216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20840" y="2825496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0" y="2871216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18120" y="2825496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63840" y="2871216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【緊急】主要樹脂メーカーへの6月分発注を今週中に確定。エフピコ等複数ソースへの分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7160" y="3438144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2880" y="3483864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ボードン袋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83080" y="3438144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28800" y="3483864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14600" y="3438144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60320" y="3483864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37560" y="3438144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83280" y="3483864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+25〜35%（原料高+供給量減+為替）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49240" y="3438144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94960" y="3483864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20840" y="3438144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66560" y="3483864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18120" y="3438144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63840" y="3483864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旭化成・丸紅への6月分ボードン袋原料発注を今週確定。バイオPE試作品の顧客提案を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160" y="4050791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2880" y="4096511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ストレッチフィルム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83080" y="4050791"/>
            <a:ext cx="73152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28800" y="4096511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D6608"/>
                </a:solidFill>
                <a:latin typeface="Meiryo"/>
              </a:rPr>
              <a:t>中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14600" y="4050791"/>
            <a:ext cx="82296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0" y="4096511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37560" y="4050791"/>
            <a:ext cx="201168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383280" y="4096511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+25〜35%（原料高+運賃+為替）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49240" y="4050791"/>
            <a:ext cx="137160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94960" y="4096511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20840" y="4050791"/>
            <a:ext cx="109728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66560" y="4096511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18120" y="4050791"/>
            <a:ext cx="411480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0" y="4096511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旭化成・東ソーへの6月分LLDPE発注を今週確定。積水化学との安定供給契約締結を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7160" y="4663440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2880" y="4709160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ニトリル手袋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83080" y="4663440"/>
            <a:ext cx="731520" cy="56692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28800" y="4709160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Meiryo"/>
              </a:rPr>
              <a:t>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14600" y="4663440"/>
            <a:ext cx="82296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560320" y="4709160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非常に高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37560" y="4663440"/>
            <a:ext cx="20116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383280" y="4709160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+50〜70%（原料高+北米転換による供給減+運賃+為替）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49240" y="4663440"/>
            <a:ext cx="13716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94960" y="4709160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非常に高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720840" y="4663440"/>
            <a:ext cx="109728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66560" y="4709160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4ヶ月以上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818120" y="4663440"/>
            <a:ext cx="4114800" cy="566928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863840" y="4709160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【最優先・緊急】Top Glove・Hartanega等マレーシアメーカーへの6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7160" y="5276088"/>
            <a:ext cx="1645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82880" y="5321808"/>
            <a:ext cx="1554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プラスチックコンテナー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783080" y="5276088"/>
            <a:ext cx="73152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828800" y="5321808"/>
            <a:ext cx="640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D6608"/>
                </a:solidFill>
                <a:latin typeface="Meiryo"/>
              </a:rPr>
              <a:t>中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514600" y="5276088"/>
            <a:ext cx="82296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560320" y="5321808"/>
            <a:ext cx="731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337560" y="5276088"/>
            <a:ext cx="201168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383280" y="532180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+25〜35%（原料高+運賃+為替）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349240" y="5276088"/>
            <a:ext cx="137160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394960" y="5321808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高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720840" y="5276088"/>
            <a:ext cx="109728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766560" y="5321808"/>
            <a:ext cx="1005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3ヶ月以上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818120" y="5276088"/>
            <a:ext cx="4114800" cy="56692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863840" y="5321808"/>
            <a:ext cx="4023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Meiryo"/>
              </a:rPr>
              <a:t>住友化学・三井化学への6月分PP・HDPE発注を今週確定。輸入品から国産品へのシ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緊急度「高」商品　詳細分析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CE4D6"/>
                </a:solidFill>
                <a:latin typeface="Meiryo"/>
              </a:rPr>
              <a:t>即時対応が必要な商品群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2026-05-07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779520" cy="25146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377952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0"/>
            <a:ext cx="377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⚠ 発泡スチロール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5448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原材料価格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2704" y="155448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スチレンモノマー：ナフサ高騰直撃。4〜6月期スチレン価格はナフサ連動で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901952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輸入コスト影響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2704" y="1901952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+40〜50%（原料高+為替影響+運賃合算）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249424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ホルムズ直接影響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2704" y="2249424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ナフサ→スチレンモノマー→PSという原料チェーンがホルムズ封鎖に直結。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96896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代替調達先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2704" y="2596896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紙製容器・段ボールへの一部切替可能だが断熱性・軽量性で代替困難。バイオ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944368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推奨アクション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2704" y="2944368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【緊急】今週中にPSジャパン・東洋スチレンに4〜6月分の発注量を確定。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29184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情報源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2704" y="329184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PSジャパン・東洋スチレン値上げ通知、石油化学工業協会2026年5月、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45280" y="1097280"/>
            <a:ext cx="3779520" cy="25146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45280" y="1097280"/>
            <a:ext cx="377952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5280" y="1097280"/>
            <a:ext cx="377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⚠ 食品トレー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6720" y="155448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原材料価格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3664" y="155448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PS（ポリスチレン）・PP（ポリプロピレン）ともに前期比+30〜45%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6720" y="1901952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輸入コスト影響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3664" y="1901952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+35〜45%（原料高+運賃+為替）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6720" y="2249424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ホルムズ直接影響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93664" y="2249424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PP・PS原料がナフサ由来。ホルムズ封鎖→ナフサ高騰→樹脂価格+35〜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6720" y="2596896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代替調達先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93664" y="2596896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紙製トレーへの切替検討中だが食品安全性・コスト面で課題。バイオPP・リ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36720" y="2944368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推奨アクション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3664" y="2944368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【緊急】主要樹脂メーカーへの6月分発注を今週中に確定。エフピコ等複数ソ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6720" y="329184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情報源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93664" y="329184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旭化成値上げ通知、住友化学・三井化学IR、エフピコ決算資料、化学工業日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6240" y="1097280"/>
            <a:ext cx="3779520" cy="25146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16240" y="1097280"/>
            <a:ext cx="377952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6240" y="1097280"/>
            <a:ext cx="377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⚠ ボードン袋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7680" y="155448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原材料価格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64624" y="155448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LLDPE・LDPE原料：旭化成が全製品+120円/kg値上げ実施。5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7680" y="1901952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輸入コスト影響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64624" y="1901952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+25〜35%（原料高+供給量減+為替）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7680" y="2249424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ホルムズ直接影響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64624" y="2249424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エチレン→PEの製造ラインが中東ナフサに依存。ホルムズ封鎖→エチレン設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7680" y="2596896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代替調達先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2596896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バイオPE（サトウキビ由来）は価格3倍・供給量限定。再生PE使用も食品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07680" y="2944368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推奨アクション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64624" y="2944368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旭化成・丸紅への6月分ボードン袋原料発注を今週確定。バイオPE試作品の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07680" y="3291840"/>
            <a:ext cx="14709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55A11"/>
                </a:solidFill>
                <a:latin typeface="Meiryo"/>
              </a:rPr>
              <a:t>情報源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64624" y="3291840"/>
            <a:ext cx="21290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eiryo"/>
              </a:rPr>
              <a:t>旭化成PE値上げ通知2026年5月、化学工業日報、プラスチック工業連盟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推奨アクション（優先順位付き）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  <a:latin typeface="Meiryo"/>
              </a:rPr>
              <a:t>経営判断・社員対応・取引先対応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iryo"/>
              </a:rPr>
              <a:t>高橋将史商会　食品包装業界 情勢レポート　2026-05-07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55A11"/>
                </a:solidFill>
                <a:latin typeface="Meiryo"/>
              </a:rPr>
              <a:t>本資料は社外秘です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1143000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14300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発泡スチロール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14300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【緊急】今週中にPSジャパン・東洋スチレンに4〜6月分の発注量を確定。在庫を6週分に積増し。顧客への価格改定通知を5月15日までに完了。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73352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67335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1673352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167335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食品トレー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1673352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【緊急】主要樹脂メーカーへの6月分発注を今週中に確定。エフピコ等複数ソースへの分散調達体制強化。価格改定通知を5月20日までに発送。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03704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20370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2203704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2203704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ボードン袋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203704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旭化成・丸紅への6月分ボードン袋原料発注を今週確定。バイオPE試作品の顧客提案を5月中に開始。価格改定通知を5月15日までに発送。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34056"/>
            <a:ext cx="1097280" cy="475488"/>
          </a:xfrm>
          <a:prstGeom prst="rect">
            <a:avLst/>
          </a:prstGeom>
          <a:solidFill>
            <a:srgbClr val="FF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73405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00000"/>
                </a:solidFill>
                <a:latin typeface="Meiryo"/>
              </a:rPr>
              <a:t>【最優先】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2734056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2734056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ニトリル手袋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2734056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【最優先・緊急】Top Glove・Hartanega等マレーシアメーカーへの6〜9月分の長期購買契約を今週中に交渉・締結。現在庫の優先顧客への配分ルール策定。PVC・天然ゴム手袋の代替品在庫を同時に確保。価格改定通知を即時発送。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64408"/>
            <a:ext cx="1097280" cy="47548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26440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7D6608"/>
                </a:solidFill>
                <a:latin typeface="Meiryo"/>
              </a:rPr>
              <a:t>【優先】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3264408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3264408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ストレッチフィルム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3264408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旭化成・東ソーへの6月分LLDPE発注を今週確定。積水化学との安定供給契約締結を5月末までに完了。価格改定通知を5月20日までに発送。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794760"/>
            <a:ext cx="1097280" cy="475488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7947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7D6608"/>
                </a:solidFill>
                <a:latin typeface="Meiryo"/>
              </a:rPr>
              <a:t>【優先】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17320" y="3794760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3794760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プラスチックコンテナー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379476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住友化学・三井化学への6月分PP・HDPE発注を今週確定。輸入品から国産品へのシフト検討。主要顧客への価格改定通知を5月末までに完了。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325112"/>
            <a:ext cx="1097280" cy="47548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32511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75623"/>
                </a:solidFill>
                <a:latin typeface="Meiryo"/>
              </a:rPr>
              <a:t>【通常】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17320" y="4325112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17320" y="4325112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段ボール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325112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eiryo"/>
              </a:rPr>
              <a:t>5月末までに主要顧客への価格改定通知を完了。複数サプライヤーとの在庫確保契約を締結。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989320"/>
            <a:ext cx="116128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59893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4E79"/>
                </a:solidFill>
                <a:latin typeface="Meiryo"/>
              </a:rPr>
              <a:t>※ 上記アクションは収集時点の情報に基づきます。最新情報を確認の上、経営判断を行ってください。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89920" y="45720"/>
            <a:ext cx="1188720" cy="822960"/>
          </a:xfrm>
          <a:prstGeom prst="rect">
            <a:avLst/>
          </a:prstGeom>
          <a:solidFill>
            <a:srgbClr val="2E75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1371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</a:rPr>
              <a:t>次回レポート予定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33832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第1回
2026年05月08日（金）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011680"/>
            <a:ext cx="33832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第2回
2026年05月11日（月）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011680"/>
            <a:ext cx="338328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第3回
2026年05月13日（水）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  <a:latin typeface="Meiryo"/>
              </a:rPr>
              <a:t>収集コマンド：Claude Code で  /週次レポート  と入力してください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9875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"/>
              </a:rPr>
              <a:t>本レポートに関するお問い合わせ
高橋将史商会　〒XXXXX　
TEL: 0XX-XXXX-XXXX　Email: info@takahashi-hc.co.jp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DD7EE"/>
                </a:solidFill>
                <a:latin typeface="Meiryo"/>
              </a:rPr>
              <a:t>高橋将史商会　食品業界向け包装資材　卸売業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