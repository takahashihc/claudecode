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37160" cy="228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iryo"/>
              </a:rPr>
              <a:t>食品包装業界　情勢レポート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D7EE"/>
                </a:solidFill>
                <a:latin typeface="Meiryo"/>
              </a:rPr>
              <a:t>ホルムズ海峡封鎖・中東情勢　商品群別影響分析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　2026-04-24　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7EE"/>
                </a:solidFill>
                <a:latin typeface="Meiryo"/>
              </a:rPr>
              <a:t>収集期間：2026-04-18〜2026-04-24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高橋将史商会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5303520"/>
            <a:ext cx="228600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5486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収集期間：2026-04-18〜2026-04-24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11612880" cy="10972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$125/bbl（+52%）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ナフサ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CIF Japan +48%（タンカー運賃高騰継続）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¥158/USD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ホルムズ状況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実質封鎖継続（2026年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今週の重要ポイント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063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ブレント原油が$125/bbl到達（2月末比+52%）。IEAが緊急備蓄放出を検討するも市場効果は限定的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ナフサCIF Japan +48%継続。PE/PP/PSスポット価格が$0.65〜0.75/lbまで上昇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04488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313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ニトリル手袋：WRP・Top Gloveが生産量を前月比30%削減。5月末の在庫枯渇リスクが現実化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71416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9826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LR2タンカー運賃がさらに上昇（米国湾岸→日本：$10.2M）。LR1も追随し全タンカー市場が逼迫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38344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651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円安が¥158/USDまで進行。輸入コストに為替影響が追加的に拡大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0527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国内ナフサ4月分確保は達成も5月分調達が不透明。各石化メーカーがフォースマジュール検討開始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中東・ホルムズ海峡　現状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As of 2026-04-24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⚠ 実質封鎖継続（2026年4月24日現在）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$125/bbl（+52%）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ナフサ価格（CIF Japan）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CIF Japan +48%（タンカー運賃高騰継続）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965960"/>
            <a:ext cx="36576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¥158/USD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食品包装業界への主要影響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11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・石油系樹脂（PE/PP/PS/NBR）の原料ナフサ供給が最大24%減少。価格は2月末比+35〜45%で推移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・ニトリル手袋の原料（ブタジエン）価格が+70%急騰。マレーシア主要メーカーが生産縮小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・海上運賃（LR2タンカー）が倍増し、アジア向けナフサ輸送コストが大幅上昇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3949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・日本の原油中東依存度94%・ホルムズ経由9割のため、エネルギー集約型製品全般に波及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商品群別　影響度マトリクス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全7商品群の緊急度・価格影響・供給リスク一覧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商品群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緊急度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石油
依存度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原材料価格
影響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供給
リスク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推奨在庫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主要アクション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60020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164592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600200"/>
            <a:ext cx="73152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164592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75623"/>
                </a:solidFill>
                <a:latin typeface="Meiryo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1600200"/>
            <a:ext cx="82296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164592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1600200"/>
            <a:ext cx="20116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164592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+7〜12%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1600200"/>
            <a:ext cx="13716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164592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1600200"/>
            <a:ext cx="10972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64592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1〜2ヶ月分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1600200"/>
            <a:ext cx="41148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64592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5月の価格改定を予定通り実施。燃料サーチャージ明細を顧客に提示し透明性を確保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221284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225856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2212848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225856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2212848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225856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2212848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+45〜55%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2212848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225856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2212848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225856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212848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225856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Styrolutionとの北米代替調達を今週中に決定。3ヶ月以上の在庫確保を優先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" y="2825496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2871216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2825496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2871216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2825496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2871216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825496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2871216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+42〜52%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2825496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2871216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2825496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2871216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2825496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0" y="2871216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エフピコとの在庫確保交渉を本週完了。バガス製トレーのサンプルを主要5社に提供。価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3438144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3483864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3438144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3483864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4600" y="3438144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0" y="3483864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438144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83280" y="3483864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+40〜48%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3438144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0" y="3483864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0840" y="3438144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3483864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3438144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3483864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ExxonMobil北米産LDPEの価格交渉を今週中に決着。生分解性ボードン袋の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4050791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" y="4096511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83080" y="4050791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0" y="4096511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14600" y="4050791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4096511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37560" y="4050791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83280" y="4096511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+40〜50%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49240" y="4050791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4096511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0840" y="4050791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4096511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18120" y="4050791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0" y="4096511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Dowとの長期契約を本週中に締結。宇部興産への在庫積み増しも並行して依頼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466344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470916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83080" y="4663440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470916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4600" y="4663440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0320" y="470916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37560" y="4663440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83280" y="470916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+50〜62%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240" y="4663440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0" y="470916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20840" y="4663440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66560" y="470916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4ヶ月以上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18120" y="4663440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63840" y="470916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Ansell・SRITEX・Hartalegaへの緊急発注を本日中に完了。主要顧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" y="527608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2880" y="532180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83080" y="5276088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828800" y="532180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14600" y="5276088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60320" y="532180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276088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83280" y="532180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+42〜52%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49240" y="5276088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94960" y="532180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20840" y="5276088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60" y="532180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818120" y="5276088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63840" y="532180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LyondellBasell北米産PPとの長期契約を今週中に締結。バイオPP製コ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緊急度「高」商品　詳細分析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即時対応が必要な商品群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発泡スチロール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270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スチレンモノマー価格が前週比さらに+5%上昇。ナフサ+48%を完全に転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70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+45〜55%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270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深刻継続。原料ナフサ供給逼迫で生産縮小の動きが加速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270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北米産スチレンモノマーの代替調達：Styrolutionと試験調達交渉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270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Styrolutionとの北米代替調達を今週中に決定。3ヶ月以上の在庫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270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化学工業日報、Plastics News、ICIS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4528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食品トレー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672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366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PS・PP樹脂ともに+40〜50%。エフピコが5月出荷分の値上げを正式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672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366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+42〜52%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672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366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深刻継続。PS・PP樹脂の原料調達が更なる逼迫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672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9366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バガス製・紙製トレーへの代替：一部顧客で試験導入開始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672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366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エフピコとの在庫確保交渉を本週完了。バガス製トレーのサンプルを主要5社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672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366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化学工業日報、Packaging Dive、Food Navigato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ボードン袋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768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62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PE樹脂（LDPE/LLDPE）がナフサ連動で+40%に達する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768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+40〜48%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768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深刻継続。中東産PE樹脂の供給制限が拡大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768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北米産LDPEとの代替契約：ExxonMobilと価格交渉中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768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ExxonMobil北米産LDPEの価格交渉を今週中に決着。生分解性ボ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768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Plastics News、Plastics Today、METI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推奨アクション（優先順位付き）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経営判断・社員対応・取引先対応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2026-04-24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14300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Styrolutionとの北米代替調達を今週中に決定。3ヶ月以上の在庫確保を優先。5月値上げ通知を顧客に発送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67335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エフピコとの在庫確保交渉を本週完了。バガス製トレーのサンプルを主要5社に提供。価格改定通知を全顧客に発送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203704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ExxonMobil北米産LDPEの価格交渉を今週中に決着。生分解性ボードン袋のサンプル調達も並行実施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734056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Dowとの長期契約を本週中に締結。宇部興産への在庫積み増しも並行して依頼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64408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Ansell・SRITEX・Hartalegaへの緊急発注を本日中に完了。主要顧客への供給状況説明会を今週開催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79476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LyondellBasell北米産PPとの長期契約を今週中に締結。バイオPP製コンテナのサンプルを主要3社に提供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75623"/>
                </a:solidFill>
                <a:latin typeface="Meiryo"/>
              </a:rPr>
              <a:t>【通常】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32511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5月の価格改定を予定通り実施。燃料サーチャージ明細を顧客に提示し透明性を確保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4E79"/>
                </a:solidFill>
                <a:latin typeface="Meiryo"/>
              </a:rPr>
              <a:t>※ 上記アクションは収集時点の情報に基づきます。最新情報を確認の上、経営判断を行ってください。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次回レポート予定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第1回
2026年04月27日（月）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第2回
2026年04月29日（水）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第3回
2026年05月01日（金）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  <a:latin typeface="Meiryo"/>
              </a:rPr>
              <a:t>収集コマンド：Claude Code で  /週次レポート  と入力してください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本レポートに関するお問い合わせ
高橋将史商会　〒XXXXX　
TEL: 0XX-XXXX-XXXX　Email: info@takahashi-hc.co.jp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DD7EE"/>
                </a:solidFill>
                <a:latin typeface="Meiryo"/>
              </a:rPr>
              <a:t>高橋将史商会　食品業界向け包装資材　卸売業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